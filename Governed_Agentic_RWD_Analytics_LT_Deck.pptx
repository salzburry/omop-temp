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nalized slide artwork — slide-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nalized slide artwork — slide-2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nalized slide artwork — slide-3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nalized slide artwork — slide-4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nalized slide artwork — slide-5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Governed Agentic RWD Analytics Platform</dc:title>
  <dc:subject>Current state, future state, knowledge layers, workflow, and RWD analytics impact</dc:subject>
  <dc:creator>OpenAI</dc:creator>
  <cp:keywords>RWD, agentic AI, knowledge fabric, governed analytics, LT</cp:keywords>
  <dc:description>Five-slide LT-ready presentation generated from the finalized slide designs.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